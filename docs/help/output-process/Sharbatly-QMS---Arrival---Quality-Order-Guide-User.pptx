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6FEB"/>
                </a:solidFill>
              </a:defRPr>
            </a:pPr>
            <a:r>
              <a:t>Sharbatly QMS — Arrival &amp; Quality Order Guide</a:t>
            </a:r>
          </a:p>
          <a:p>
            <a:pPr algn="ctr">
              <a:defRPr sz="1800">
                <a:solidFill>
                  <a:srgbClr val="57606A"/>
                </a:solidFill>
              </a:defRPr>
            </a:pPr>
            <a:r>
              <a:t>A step-by-step guide to the two everyday jobs in Sharbatly QMS: creating and completing an Arrival, and running a Quality Order from first sample to finished PDF report.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6FEB"/>
                </a:solidFill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F6FEB"/>
                </a:solidFill>
              </a:defRPr>
            </a:pPr>
            <a:r>
              <a:t>1. Overview</a:t>
            </a:r>
          </a:p>
          <a:p>
            <a:pPr>
              <a:spcAft>
                <a:spcPts val="300"/>
              </a:spcAft>
              <a:defRPr sz="1600" b="1">
                <a:solidFill>
                  <a:srgbClr val="1F6FEB"/>
                </a:solidFill>
              </a:defRPr>
            </a:pPr>
            <a:r>
              <a:t>2. Getting started</a:t>
            </a:r>
          </a:p>
          <a:p>
            <a:pPr lvl="1">
              <a:spcAft>
                <a:spcPts val="300"/>
              </a:spcAft>
              <a:defRPr sz="1300" b="0"/>
            </a:pPr>
            <a:r>
              <a:t>2.1 Signing in</a:t>
            </a:r>
          </a:p>
          <a:p>
            <a:pPr>
              <a:spcAft>
                <a:spcPts val="300"/>
              </a:spcAft>
              <a:defRPr sz="1600" b="1">
                <a:solidFill>
                  <a:srgbClr val="1F6FEB"/>
                </a:solidFill>
              </a:defRPr>
            </a:pPr>
            <a:r>
              <a:t>3. The Arrival process</a:t>
            </a:r>
          </a:p>
          <a:p>
            <a:pPr lvl="1">
              <a:spcAft>
                <a:spcPts val="300"/>
              </a:spcAft>
              <a:defRPr sz="1300" b="0"/>
            </a:pPr>
            <a:r>
              <a:t>3.1 Step 1 — Pick your container from Pending</a:t>
            </a:r>
          </a:p>
          <a:p>
            <a:pPr lvl="1">
              <a:spcAft>
                <a:spcPts val="300"/>
              </a:spcAft>
              <a:defRPr sz="1300" b="0"/>
            </a:pPr>
            <a:r>
              <a:t>3.2 Step 2 — Fill and save the container checklist</a:t>
            </a:r>
          </a:p>
          <a:p>
            <a:pPr lvl="1">
              <a:spcAft>
                <a:spcPts val="300"/>
              </a:spcAft>
              <a:defRPr sz="1300" b="0"/>
            </a:pPr>
            <a:r>
              <a:t>3.3 Step 3 — Complete the arrival and open a Quality Order</a:t>
            </a:r>
          </a:p>
          <a:p>
            <a:pPr>
              <a:spcAft>
                <a:spcPts val="300"/>
              </a:spcAft>
              <a:defRPr sz="1600" b="1">
                <a:solidFill>
                  <a:srgbClr val="1F6FEB"/>
                </a:solidFill>
              </a:defRPr>
            </a:pPr>
            <a:r>
              <a:t>4. The Quality Order process</a:t>
            </a:r>
          </a:p>
          <a:p>
            <a:pPr lvl="1">
              <a:spcAft>
                <a:spcPts val="300"/>
              </a:spcAft>
              <a:defRPr sz="1300" b="0"/>
            </a:pPr>
            <a:r>
              <a:t>4.1 Step 1 — Add a sample</a:t>
            </a:r>
          </a:p>
          <a:p>
            <a:pPr lvl="1">
              <a:spcAft>
                <a:spcPts val="300"/>
              </a:spcAft>
              <a:defRPr sz="1300" b="0"/>
            </a:pPr>
            <a:r>
              <a:t>4.2 Step 2 — Record readings and defects</a:t>
            </a:r>
          </a:p>
          <a:p>
            <a:pPr lvl="1">
              <a:spcAft>
                <a:spcPts val="300"/>
              </a:spcAft>
              <a:defRPr sz="1300" b="0"/>
            </a:pPr>
            <a:r>
              <a:t>4.3 Step 3 — Complete the material header</a:t>
            </a:r>
          </a:p>
          <a:p>
            <a:pPr lvl="1">
              <a:spcAft>
                <a:spcPts val="300"/>
              </a:spcAft>
              <a:defRPr sz="1300" b="0"/>
            </a:pPr>
            <a:r>
              <a:t>4.4 Step 4 — Submit for review</a:t>
            </a:r>
          </a:p>
          <a:p>
            <a:pPr lvl="1">
              <a:spcAft>
                <a:spcPts val="300"/>
              </a:spcAft>
              <a:defRPr sz="1300" b="0"/>
            </a:pPr>
            <a:r>
              <a:t>4.5 Step 5 — Finish the Quality Order (Supervisor)</a:t>
            </a:r>
          </a:p>
          <a:p>
            <a:pPr lvl="1">
              <a:spcAft>
                <a:spcPts val="300"/>
              </a:spcAft>
              <a:defRPr sz="1300" b="0"/>
            </a:pPr>
            <a:r>
              <a:t>4.6 Step 6 — Generate the PDF report</a:t>
            </a:r>
          </a:p>
          <a:p>
            <a:pPr>
              <a:spcAft>
                <a:spcPts val="300"/>
              </a:spcAft>
              <a:defRPr sz="1600" b="1">
                <a:solidFill>
                  <a:srgbClr val="1F6FEB"/>
                </a:solidFill>
              </a:defRPr>
            </a:pPr>
            <a:r>
              <a:t>5. Troubleshooting &amp; FAQ</a:t>
            </a:r>
          </a:p>
          <a:p>
            <a:pPr>
              <a:spcAft>
                <a:spcPts val="300"/>
              </a:spcAft>
              <a:defRPr sz="1600" b="1">
                <a:solidFill>
                  <a:srgbClr val="1F6FEB"/>
                </a:solidFill>
              </a:defRPr>
            </a:pPr>
            <a:r>
              <a:t>6. Glossary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6FEB"/>
                </a:solidFill>
              </a:defRPr>
            </a:pPr>
            <a:r>
              <a:t>Sharbatly QMS — Arrival &amp; Quality Order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6FEB"/>
                </a:solidFill>
              </a:defRPr>
            </a:pPr>
            <a:r>
              <a:t>1.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6FEB"/>
                </a:solidFill>
              </a:defRPr>
            </a:pPr>
            <a:r>
              <a:t>2. Getting started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EB"/>
                </a:solidFill>
              </a:defRPr>
            </a:pPr>
            <a:r>
              <a:t>2.1 Signing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Steps</a:t>
            </a:r>
          </a:p>
          <a:p>
            <a:pPr>
              <a:defRPr sz="1600"/>
            </a:pPr>
            <a:r>
              <a:t>1. Open the app in your web browser: http://192.168.3.17:5244.</a:t>
            </a:r>
          </a:p>
          <a:p>
            <a:pPr>
              <a:defRPr sz="1600"/>
            </a:pPr>
            <a:r>
              <a:t>2. Type your Username and Password (the same ones you use to log in to your work computer).</a:t>
            </a:r>
          </a:p>
          <a:p>
            <a:pPr>
              <a:defRPr sz="1600"/>
            </a:pPr>
            <a:r>
              <a:t>3. Click Sign in.</a:t>
            </a:r>
          </a:p>
          <a:p>
            <a:pPr>
              <a:defRPr sz="1600"/>
            </a:pPr>
            <a:r>
              <a:t>➡ the home dashboard, with the top menu across the top of the page.</a:t>
            </a:r>
          </a:p>
          <a:p>
            <a:pPr>
              <a:defRPr sz="1600"/>
            </a:pPr>
            <a:r>
              <a:t>[Tip] If you see "Invalid credentials", check the username is just your name (for example ahmed.ali) with no @ and no domain in front. If it still won't let you in, ask an administrator to check your account.</a:t>
            </a:r>
          </a:p>
          <a:p>
            <a:pPr>
              <a:defRPr sz="1600"/>
            </a:pPr>
            <a:r>
              <a:t>---</a:t>
            </a:r>
          </a:p>
        </p:txBody>
      </p:sp>
      <p:pic>
        <p:nvPicPr>
          <p:cNvPr id="4" name="Picture 3" descr="account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29817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6FEB"/>
                </a:solidFill>
              </a:defRPr>
            </a:pPr>
            <a:r>
              <a:t>3. The Arrival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EB"/>
                </a:solidFill>
              </a:defRPr>
            </a:pPr>
            <a:r>
              <a:t>3.1 Step 1 — Pick your container from Pending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Steps</a:t>
            </a:r>
          </a:p>
          <a:p>
            <a:pPr>
              <a:defRPr sz="1600"/>
            </a:pPr>
            <a:r>
              <a:t>1. Click Pending Containers in the top menu.</a:t>
            </a:r>
          </a:p>
          <a:p>
            <a:pPr>
              <a:defRPr sz="1600"/>
            </a:pPr>
            <a:r>
              <a:t>2. Find your container in the list. If it isn't there yet, click Retrieve latest containers at the top — a small status line tells you when the fresh list has come back from SAP.</a:t>
            </a:r>
          </a:p>
          <a:p>
            <a:pPr>
              <a:defRPr sz="1600"/>
            </a:pPr>
            <a:r>
              <a:t>3. If the list is long, type the container number, BOL, or PO in the filter boxes to narrow it down.</a:t>
            </a:r>
          </a:p>
          <a:p>
            <a:pPr>
              <a:defRPr sz="1600"/>
            </a:pPr>
            <a:r>
              <a:t>4. Click the row of the container you want.</a:t>
            </a:r>
          </a:p>
          <a:p>
            <a:pPr>
              <a:defRPr sz="1600"/>
            </a:pPr>
            <a:r>
              <a:t>➡ the app creates the Arrival and opens its details page, with an empty checklist ready to fill in.</a:t>
            </a:r>
          </a:p>
          <a:p>
            <a:pPr>
              <a:defRPr sz="1600"/>
            </a:pPr>
            <a:r>
              <a:t>[Tip] Each container becomes one Arrival. If you can't find a container, it usually just hasn't been fetched from SAP yet — click Retrieve latest containers and wait a few seconds.</a:t>
            </a:r>
          </a:p>
        </p:txBody>
      </p:sp>
      <p:pic>
        <p:nvPicPr>
          <p:cNvPr id="4" name="Picture 3" descr="arrivals-p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29817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EB"/>
                </a:solidFill>
              </a:defRPr>
            </a:pPr>
            <a:r>
              <a:t>3.2 Step 2 — Fill and save the container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Steps</a:t>
            </a:r>
          </a:p>
          <a:p>
            <a:pPr>
              <a:defRPr sz="1600"/>
            </a:pPr>
            <a:r>
              <a:t>1. On the Arrival details page, fill in the seal number and tick Seal intact if it was.</a:t>
            </a:r>
          </a:p>
          <a:p>
            <a:pPr>
              <a:defRPr sz="1600"/>
            </a:pPr>
            <a:r>
              <a:t>2. Tick External damage if there was any visible damage to the container.</a:t>
            </a:r>
          </a:p>
          <a:p>
            <a:pPr>
              <a:defRPr sz="1600"/>
            </a:pPr>
            <a:r>
              <a:t>3. Type the discharge date (the day the container was discharged) next to the arrival date.</a:t>
            </a:r>
          </a:p>
          <a:p>
            <a:pPr>
              <a:defRPr sz="1600"/>
            </a:pPr>
            <a:r>
              <a:t>4. Type the three pulp temperatures — front, middle and back.</a:t>
            </a:r>
          </a:p>
          <a:p>
            <a:pPr>
              <a:defRPr sz="1600"/>
            </a:pPr>
            <a:r>
              <a:t>5. If there is a data logger, type its serial number and tick the box to say its photo was taken.</a:t>
            </a:r>
          </a:p>
          <a:p>
            <a:pPr>
              <a:defRPr sz="1600"/>
            </a:pPr>
            <a:r>
              <a:t>6. Add a short note if anything is unusual.</a:t>
            </a:r>
          </a:p>
          <a:p>
            <a:pPr>
              <a:defRPr sz="1600"/>
            </a:pPr>
            <a:r>
              <a:t>7. Add photos with Add photo — you can drag a picture in, browse for a file, or take one with the camera.</a:t>
            </a:r>
          </a:p>
          <a:p>
            <a:pPr>
              <a:defRPr sz="1600"/>
            </a:pPr>
            <a:r>
              <a:t>8. Click Save.</a:t>
            </a:r>
          </a:p>
          <a:p>
            <a:pPr>
              <a:defRPr sz="1600"/>
            </a:pPr>
            <a:r>
              <a:t>➡ a green banner confirms the checklist saved. Your entries stay on the page.</a:t>
            </a:r>
          </a:p>
          <a:p>
            <a:pPr>
              <a:defRPr sz="1600"/>
            </a:pPr>
            <a:r>
              <a:t>[Tip] You don't have to finish in one sitting. The checklist saves every time you click Save, so you can come back and add more later.</a:t>
            </a:r>
          </a:p>
        </p:txBody>
      </p:sp>
      <p:pic>
        <p:nvPicPr>
          <p:cNvPr id="4" name="Picture 3" descr="arrivals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EB"/>
                </a:solidFill>
              </a:defRPr>
            </a:pPr>
            <a:r>
              <a:t>3.3 Step 3 — Complete the arrival and open a Quality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Steps</a:t>
            </a:r>
          </a:p>
          <a:p>
            <a:pPr>
              <a:defRPr sz="1600"/>
            </a:pPr>
            <a:r>
              <a:t>1. When the checklist is complete, click Complete (or Create Quality Order) at the top of the Arrival.</a:t>
            </a:r>
          </a:p>
          <a:p>
            <a:pPr>
              <a:defRPr sz="1600"/>
            </a:pPr>
            <a:r>
              <a:t>2. Confirm if the app asks you to.</a:t>
            </a:r>
          </a:p>
          <a:p>
            <a:pPr>
              <a:defRPr sz="1600"/>
            </a:pPr>
            <a:r>
              <a:t>➡ a brand-new Quality Order opens, with the material lines already filled in from SAP. You're now ready to start inspecting — that's the next section.</a:t>
            </a:r>
          </a:p>
          <a:p>
            <a:pPr>
              <a:defRPr sz="1600"/>
            </a:pPr>
            <a:r>
              <a:t>[Tip] A Quality Order can only be opened once the Arrival is Completed. If the button is greyed out, finish and Save the checklist first.</a:t>
            </a:r>
          </a:p>
          <a:p>
            <a:pPr>
              <a:defRPr sz="1600"/>
            </a:pPr>
            <a:r>
              <a:t>---</a:t>
            </a:r>
          </a:p>
        </p:txBody>
      </p:sp>
      <p:pic>
        <p:nvPicPr>
          <p:cNvPr id="4" name="Picture 3" descr="arrivals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6FEB"/>
                </a:solidFill>
              </a:defRPr>
            </a:pPr>
            <a:r>
              <a:t>4. The Quality Order 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EB"/>
                </a:solidFill>
              </a:defRPr>
            </a:pPr>
            <a:r>
              <a:t>4.1 Step 1 — Add a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Steps</a:t>
            </a:r>
          </a:p>
          <a:p>
            <a:pPr>
              <a:defRPr sz="1600"/>
            </a:pPr>
            <a:r>
              <a:t>1. On the Quality Order, click Add sample.</a:t>
            </a:r>
          </a:p>
          <a:p>
            <a:pPr>
              <a:defRPr sz="1600"/>
            </a:pPr>
            <a:r>
              <a:t>2. Choose the Sample scope — One Carton or Multi-Carton.</a:t>
            </a:r>
          </a:p>
          <a:p>
            <a:pPr>
              <a:defRPr sz="1600"/>
            </a:pPr>
            <a:r>
              <a:t>3. Check the Sample size — it fills in automatically from the material, but you can change it if you counted a different number.</a:t>
            </a:r>
          </a:p>
          <a:p>
            <a:pPr>
              <a:defRPr sz="1600"/>
            </a:pPr>
            <a:r>
              <a:t>4. Fill in the sample details you have (grower, pallet, etc.) if your team records them.</a:t>
            </a:r>
          </a:p>
          <a:p>
            <a:pPr>
              <a:defRPr sz="1600"/>
            </a:pPr>
            <a:r>
              <a:t>5. Click Save sample.</a:t>
            </a:r>
          </a:p>
          <a:p>
            <a:pPr>
              <a:defRPr sz="1600"/>
            </a:pPr>
            <a:r>
              <a:t>➡ the new sample appears on the Quality Order with its size and scope. You can now add the defects and readings for it.</a:t>
            </a:r>
          </a:p>
          <a:p>
            <a:pPr>
              <a:defRPr sz="1600"/>
            </a:pPr>
            <a:r>
              <a:t>[Tip] Made a mistake? Open the sample, change the values and Save again. The first Save creates the sample; every Save after that updates it. You can delete a sample only while the Quality Order is still Open.</a:t>
            </a:r>
          </a:p>
        </p:txBody>
      </p:sp>
      <p:pic>
        <p:nvPicPr>
          <p:cNvPr id="4" name="Picture 3" descr="qualityorders-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EB"/>
                </a:solidFill>
              </a:defRPr>
            </a:pPr>
            <a:r>
              <a:t>4.2 Step 2 — Record readings and defects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Steps</a:t>
            </a:r>
          </a:p>
          <a:p>
            <a:pPr>
              <a:defRPr sz="1600"/>
            </a:pPr>
            <a:r>
              <a:t>1. Open the sample you want to record against.</a:t>
            </a:r>
          </a:p>
          <a:p>
            <a:pPr>
              <a:defRPr sz="1600"/>
            </a:pPr>
            <a:r>
              <a:t>2. Type the readings you measured — Brix, firmness and so on. The list only shows the readings that apply to this kind of fruit.</a:t>
            </a:r>
          </a:p>
          <a:p>
            <a:pPr>
              <a:defRPr sz="1600"/>
            </a:pPr>
            <a:r>
              <a:t>3. Type the count for each defect you found. Leave a defect at zero if you didn't see it.</a:t>
            </a:r>
          </a:p>
          <a:p>
            <a:pPr>
              <a:defRPr sz="1600"/>
            </a:pPr>
            <a:r>
              <a:t>4. Add photos of the defects — drag, browse, or use the camera. The photo count on the sample updates straight away.</a:t>
            </a:r>
          </a:p>
          <a:p>
            <a:pPr>
              <a:defRPr sz="1600"/>
            </a:pPr>
            <a:r>
              <a:t>5. Click Save sample.</a:t>
            </a:r>
          </a:p>
          <a:p>
            <a:pPr>
              <a:defRPr sz="1600"/>
            </a:pPr>
            <a:r>
              <a:t>➡ the sample's defect summary and photo count update on the Quality Order.</a:t>
            </a:r>
          </a:p>
          <a:p>
            <a:pPr>
              <a:defRPr sz="1600"/>
            </a:pPr>
            <a:r>
              <a:t>[Warning] The total of all your defect counts on a sample can't be more than the sample size. If you hit the limit, the form tells you — recount or correct a number before saving.</a:t>
            </a:r>
          </a:p>
        </p:txBody>
      </p:sp>
      <p:pic>
        <p:nvPicPr>
          <p:cNvPr id="4" name="Picture 3" descr="qualityorders-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EB"/>
                </a:solidFill>
              </a:defRPr>
            </a:pPr>
            <a:r>
              <a:t>4.3 Step 3 — Complete the material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Steps</a:t>
            </a:r>
          </a:p>
          <a:p>
            <a:pPr>
              <a:defRPr sz="1600"/>
            </a:pPr>
            <a:r>
              <a:t>1. Look at the Material header button on the Quality Order — it glows yellow until the header details are complete.</a:t>
            </a:r>
          </a:p>
          <a:p>
            <a:pPr>
              <a:defRPr sz="1600"/>
            </a:pPr>
            <a:r>
              <a:t>2. Click it and fill in the required header fields for the material.</a:t>
            </a:r>
          </a:p>
          <a:p>
            <a:pPr>
              <a:defRPr sz="1600"/>
            </a:pPr>
            <a:r>
              <a:t>3. Click Save.</a:t>
            </a:r>
          </a:p>
          <a:p>
            <a:pPr>
              <a:defRPr sz="1600"/>
            </a:pPr>
            <a:r>
              <a:t>➡ the button stops glowing once the header is complete. You need this done before you can submit.</a:t>
            </a:r>
          </a:p>
        </p:txBody>
      </p:sp>
      <p:pic>
        <p:nvPicPr>
          <p:cNvPr id="4" name="Picture 3" descr="qualityorders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EB"/>
                </a:solidFill>
              </a:defRPr>
            </a:pPr>
            <a:r>
              <a:t>4.4 Step 4 — Submit for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Steps</a:t>
            </a:r>
          </a:p>
          <a:p>
            <a:pPr>
              <a:defRPr sz="1600"/>
            </a:pPr>
            <a:r>
              <a:t>1. Make sure every sample you meant to inspect is saved, and the Material header is complete.</a:t>
            </a:r>
          </a:p>
          <a:p>
            <a:pPr>
              <a:defRPr sz="1600"/>
            </a:pPr>
            <a:r>
              <a:t>2. Click Submit for review at the top of the Quality Order.</a:t>
            </a:r>
          </a:p>
          <a:p>
            <a:pPr>
              <a:defRPr sz="1600"/>
            </a:pPr>
            <a:r>
              <a:t>3. Type a short note to the supervisor if you'd like.</a:t>
            </a:r>
          </a:p>
          <a:p>
            <a:pPr>
              <a:defRPr sz="1600"/>
            </a:pPr>
            <a:r>
              <a:t>4. Click Confirm.</a:t>
            </a:r>
          </a:p>
          <a:p>
            <a:pPr>
              <a:defRPr sz="1600"/>
            </a:pPr>
            <a:r>
              <a:t>➡ the Quality Order status becomes Submitted. You can't edit the samples any more until the supervisor either Finishes it or sends it back to you.</a:t>
            </a:r>
          </a:p>
          <a:p>
            <a:pPr>
              <a:defRPr sz="1600"/>
            </a:pPr>
            <a:r>
              <a:t>[Tip] If you try to submit before adding samples, the app warns you and asks you to confirm with a reason. That's there to stop empty orders going through by accident.</a:t>
            </a:r>
          </a:p>
        </p:txBody>
      </p:sp>
      <p:pic>
        <p:nvPicPr>
          <p:cNvPr id="4" name="Picture 3" descr="qualityorders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EB"/>
                </a:solidFill>
              </a:defRPr>
            </a:pPr>
            <a:r>
              <a:t>4.5 Step 5 — Finish the Quality Order (Supervisor)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Steps</a:t>
            </a:r>
          </a:p>
          <a:p>
            <a:pPr>
              <a:defRPr sz="1600"/>
            </a:pPr>
            <a:r>
              <a:t>1. Open a Submitted Quality Order.</a:t>
            </a:r>
          </a:p>
          <a:p>
            <a:pPr>
              <a:defRPr sz="1600"/>
            </a:pPr>
            <a:r>
              <a:t>2. Review every sample and the operator's note.</a:t>
            </a:r>
          </a:p>
          <a:p>
            <a:pPr>
              <a:defRPr sz="1600"/>
            </a:pPr>
            <a:r>
              <a:t>3. If everything is correct, click Finish — the Quality Order becomes Closed.</a:t>
            </a:r>
          </a:p>
          <a:p>
            <a:pPr>
              <a:defRPr sz="1600"/>
            </a:pPr>
            <a:r>
              <a:t>4. If something needs fixing, click Cancel submission — the order goes back to Open so the operator can correct it.</a:t>
            </a:r>
          </a:p>
          <a:p>
            <a:pPr>
              <a:defRPr sz="1600"/>
            </a:pPr>
            <a:r>
              <a:t>➡ once Finished, the order is Closed and the report buttons unlock.</a:t>
            </a:r>
          </a:p>
        </p:txBody>
      </p:sp>
      <p:pic>
        <p:nvPicPr>
          <p:cNvPr id="4" name="Picture 3" descr="qualityorders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6FEB"/>
                </a:solidFill>
              </a:defRPr>
            </a:pPr>
            <a:r>
              <a:t>4.6 Step 6 — Generate the PDF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Steps</a:t>
            </a:r>
          </a:p>
          <a:p>
            <a:pPr>
              <a:defRPr sz="1600"/>
            </a:pPr>
            <a:r>
              <a:t>1. Open the finished (Closed) Quality Order.</a:t>
            </a:r>
          </a:p>
          <a:p>
            <a:pPr>
              <a:defRPr sz="1600"/>
            </a:pPr>
            <a:r>
              <a:t>2. Click Download PDF (or Quality Report) at the top.</a:t>
            </a:r>
          </a:p>
          <a:p>
            <a:pPr>
              <a:defRPr sz="1600"/>
            </a:pPr>
            <a:r>
              <a:t>3. The report opens as a PDF — it shows the shipment details, the Time Bar, every sample with its readings and defects, and the photos.</a:t>
            </a:r>
          </a:p>
          <a:p>
            <a:pPr>
              <a:defRPr sz="1600"/>
            </a:pPr>
            <a:r>
              <a:t>4. Save or print it as you need.</a:t>
            </a:r>
          </a:p>
          <a:p>
            <a:pPr>
              <a:defRPr sz="1600"/>
            </a:pPr>
            <a:r>
              <a:t>5. To e-mail it to the supplier, click Send report to supplier instead — the message is pre-filled; edit it if you want and click Send.</a:t>
            </a:r>
          </a:p>
          <a:p>
            <a:pPr>
              <a:defRPr sz="1600"/>
            </a:pPr>
            <a:r>
              <a:t>➡ a professional PDF quality report you can save, print, or e-mail. A green banner confirms if you sent it to the supplier.</a:t>
            </a:r>
          </a:p>
          <a:p>
            <a:pPr>
              <a:defRPr sz="1600"/>
            </a:pPr>
            <a:r>
              <a:t>[Tip] You can regenerate the PDF any time; it always reflects the latest saved data on the Quality Order.</a:t>
            </a:r>
          </a:p>
          <a:p>
            <a:pPr>
              <a:defRPr sz="1600"/>
            </a:pPr>
            <a:r>
              <a:t>---</a:t>
            </a:r>
          </a:p>
        </p:txBody>
      </p:sp>
      <p:pic>
        <p:nvPicPr>
          <p:cNvPr id="4" name="Picture 3" descr="qualityorders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6FEB"/>
                </a:solidFill>
              </a:defRPr>
            </a:pPr>
            <a:r>
              <a:t>5. Troubleshooting &amp; FAQ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6FEB"/>
                </a:solidFill>
              </a:defRPr>
            </a:pPr>
            <a:r>
              <a:t>6. Glossary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